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>
      <p:cViewPr varScale="1">
        <p:scale>
          <a:sx d="100" n="81"/>
          <a:sy d="100" n="81"/>
        </p:scale>
        <p:origin x="725" y="48"/>
      </p:cViewPr>
      <p:guideLst>
        <p:guide orient="horz" pos="2160"/>
        <p:guide pos="3840"/>
      </p:guideLst>
    </p:cSldViewPr>
  </p:slideViewPr>
  <p:notesTextViewPr>
    <p:cViewPr>
      <p:scale>
        <a:sx d="1" n="1"/>
        <a:sy d="1" n="1"/>
      </p:scale>
      <p:origin x="0" y="0"/>
    </p:cViewPr>
  </p:notesTextViewPr>
  <p:sorterViewPr>
    <p:cViewPr>
      <p:scale>
        <a:sx d="100" n="100"/>
        <a:sy d="100" n="100"/>
      </p:scale>
      <p:origin x="0" y="0"/>
    </p:cViewPr>
  </p:sorterViewPr>
  <p:notesViewPr>
    <p:cSldViewPr>
      <p:cViewPr varScale="1">
        <p:scale>
          <a:sx d="100" n="70"/>
          <a:sy d="100" n="70"/>
        </p:scale>
        <p:origin x="-281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presProps" Target="presProps.xml" /><Relationship Id="rId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Relationship Id="rId6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86CAF49-65C5-4079-8211-C2C336248627}" type="datetime1">
              <a:rPr lang="en-US" smtClean="0"/>
              <a:t>10/6/2022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54400" y="6324601"/>
            <a:ext cx="5384800" cy="365125"/>
          </a:xfrm>
        </p:spPr>
        <p:txBody>
          <a:bodyPr/>
          <a:lstStyle/>
          <a:p>
            <a:r>
              <a:rPr lang="en-US" dirty="0"/>
              <a:t>Department of Computer Science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355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E7823A9-133F-442E-9BE6-B55F55A35407}" type="datetime1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54400" y="6324601"/>
            <a:ext cx="5384800" cy="365125"/>
          </a:xfrm>
        </p:spPr>
        <p:txBody>
          <a:bodyPr/>
          <a:lstStyle/>
          <a:p>
            <a:r>
              <a:rPr lang="en-US" dirty="0"/>
              <a:t>Department of Computer Science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152401"/>
            <a:ext cx="1117600" cy="799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6312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F09A8F3-C458-4A7F-8381-F162D0A5FB24}" type="datetime1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050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B6A959C-253A-4732-A364-3F7972572838}" type="datetime1">
              <a:rPr lang="en-US" smtClean="0"/>
              <a:t>10/6/2022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117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05CDA54-F9C2-4AE0-A35F-BBB320900C40}" type="datetime1">
              <a:rPr lang="en-US" smtClean="0"/>
              <a:t>10/6/2022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184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770F2D0-8E3D-4806-88B7-A35EEEE634CB}" type="datetime1">
              <a:rPr lang="en-US" smtClean="0"/>
              <a:t>10/6/2022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216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A391245-9AD2-410B-81D5-23E049DAEA56}" type="datetime1">
              <a:rPr lang="en-US" smtClean="0"/>
              <a:t>10/6/2022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778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B5A9C23-7BD8-4329-A009-2B1B7DF4CDCA}" type="datetime1">
              <a:rPr lang="en-US" smtClean="0"/>
              <a:t>10/6/2022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22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73F3668-C2E4-47B0-9F4D-70A47AFDBCBE}" type="datetime1">
              <a:rPr lang="en-US" smtClean="0"/>
              <a:t>10/6/2022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487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134502B-A5B8-4C9C-9496-E4BC2519CBE5}" type="datetime1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020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8E1B723-7CA0-47A5-B864-E1D2576AFFEC}" type="datetime1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847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1200" y="6400801"/>
            <a:ext cx="538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Department of Computer Science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2032000" y="1645579"/>
            <a:ext cx="7823200" cy="175577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01600">
              <a:spcBef>
                <a:spcPts val="0"/>
              </a:spcBef>
            </a:pPr>
            <a:br>
              <a:rPr lang="en-US" sz="2800" b="1" dirty="0">
                <a:solidFill>
                  <a:srgbClr val="366092"/>
                </a:solidFill>
              </a:rPr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5657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Test</a:t>
            </a:r>
            <a:r>
              <a:rPr/>
              <a:t> </a:t>
            </a:r>
            <a:r>
              <a:rPr/>
              <a:t>Deck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Intro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Point one</a:t>
            </a:r>
          </a:p>
          <a:p>
            <a:pPr lvl="1"/>
            <a:r>
              <a:rPr/>
              <a:t>Point two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106</TotalTime>
  <Words>63</Words>
  <Application>Microsoft Office PowerPoint</Application>
  <PresentationFormat>Widescreen</PresentationFormat>
  <Paragraphs>16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2026-03-23T19:54:16Z</dcterms:created>
  <dcterms:modified xsi:type="dcterms:W3CDTF">2026-03-23T19:54:16Z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